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3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A867-C993-474F-8C39-A2B737790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B4A5F-A23E-489A-9767-934A9CC7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C102C-720A-4563-90B5-82810993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03F18-80E1-453D-B730-1061265B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B130A-8D2D-439A-8A93-81D25335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53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A0BC-EC2F-499F-AEAB-D4CD39AE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2EF3-B508-49C6-9E26-163798E8C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840EC-595E-4512-898C-3F6B7E88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62BDA-2770-4759-BD76-97D0DB5F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EAFE7-AC85-4810-B544-CF0DB00C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029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5DE4-74CA-4AF0-BB97-5D7AE2C1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362E-F292-446C-BC43-F1FDDD20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4636F-1F87-4AFB-BEFD-77345BFE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E3302-B438-468A-BDE1-D4C856F3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A0B4-BFDB-45D3-97E0-C89F7590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30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B59C-7D58-4366-B8B7-41943727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8B053-8468-416C-8093-D5E70BB27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60546-5F06-4573-90A4-37ADA583A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29B8E-6115-4FE3-9005-2E9321F1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77E15-3DA4-46EA-BEBE-27B3700E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333E-801A-45EE-A8E2-9DF4D4E3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941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D9E8-E2D5-4333-891A-3143445F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C0074-647B-4466-9483-72E22B2D8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0482C-F1EC-4FE9-BB13-607895457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1BF1-6568-422A-ABD3-B938E2419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4282D-9EF6-4FBF-9C82-6670FBFF0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DB0E0-B94C-4D41-AEFB-B4907E33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D6CF0-B91B-44D1-9FF1-1F8AC28B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33BD4-65E9-43EB-B20A-89B7D1A4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61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7F69-A7DA-4440-9E4E-664E32E8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A94CE-574C-4356-BA2C-C99A8E4B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436ED-CB9C-4677-8AA3-A51A54E0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05342-AA7E-4926-95D2-D5695C7D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548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91B0C-536F-4BF8-9240-C53EB7A1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F3FCF-2330-4788-988F-18D5900F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FAB3C-40D7-40D7-B95E-E950A7AF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886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6C9D-53FB-4343-AA5F-2FE24730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57B1-18B0-4E3E-92CC-AB2B4FAB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3B1D7-69D8-4902-B587-95856237A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4C6D-E5A6-4A08-BC4C-FCE90EC8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38556-2944-4732-B866-7673B1B2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0F8D6-698F-4230-BCA0-8760B879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518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14C0-D18F-4A9A-B7C3-742B5D95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B5F67-6888-4FD0-B0A9-B62D9641B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2F910-15A3-4E21-9937-B2D45E88D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7482-334A-44F2-9329-D3E4082A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79933-C07A-48D2-9908-FFEB1D9D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2B4AA-0595-48BC-8237-DDE5B7D0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899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C5B9-78EB-480A-AA44-E38D9D1A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FFE6A-99D9-44D4-B4B3-B7928BA23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BAD4D-F6C1-4A11-879C-F1F3766C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D9270-C1D0-4A75-9085-7DBA597A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03CE-B657-4C80-9376-086F2244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71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F493B-5FF5-462D-A771-87D74B7CE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696F0-26A4-4ECE-93E3-899A03DAC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F4862-D30D-4B42-853A-EC97F88F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9CF1-274A-4C7E-9DC2-9AC7BECF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F170-EFD3-43E2-A7E5-7A864151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687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9C968-7CFD-4EE2-9F42-4C6BBC693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58AAF-D062-49D6-ACFE-B8C39B99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A1B3E-4837-4ECD-A0D6-B4C2C34C6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64585-3398-4A4F-BA7E-225D283FDAEE}" type="datetimeFigureOut">
              <a:rPr lang="en-CA" smtClean="0"/>
              <a:t>2022-04-22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478E-72AE-41C7-9313-F009B8106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7964-6202-4427-85EE-A2680456E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90796-13F4-4474-9D67-F7F490B629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78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BB4A-F67B-4873-92BB-9EEF2C93E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Virtual Comb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1B0E3-5AAC-471F-85B3-1A7DD121BA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 Matthew North (100754902)</a:t>
            </a:r>
          </a:p>
          <a:p>
            <a:endParaRPr lang="en-CA" dirty="0"/>
          </a:p>
          <a:p>
            <a:r>
              <a:rPr lang="en-CA" sz="1800" dirty="0"/>
              <a:t>1+0+0+7+5+4+9+0+2=28</a:t>
            </a:r>
            <a:br>
              <a:rPr lang="en-CA" sz="1800" dirty="0"/>
            </a:br>
            <a:r>
              <a:rPr lang="en-CA" sz="1800" dirty="0"/>
              <a:t>Even number</a:t>
            </a:r>
          </a:p>
        </p:txBody>
      </p:sp>
    </p:spTree>
    <p:extLst>
      <p:ext uri="{BB962C8B-B14F-4D97-AF65-F5344CB8AC3E}">
        <p14:creationId xmlns:p14="http://schemas.microsoft.com/office/powerpoint/2010/main" val="1296080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2926-8A21-4F69-BDBB-CFE36822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Sketches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E78860-14F6-41F3-A0C2-DE8F6EB4F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2094" y="3989224"/>
            <a:ext cx="5618474" cy="1997905"/>
          </a:xfrm>
        </p:spPr>
      </p:pic>
      <p:pic>
        <p:nvPicPr>
          <p:cNvPr id="1026" name="Picture 2" descr="Different Types Of Hair Brushes - Hair Brush Guide">
            <a:extLst>
              <a:ext uri="{FF2B5EF4-FFF2-40B4-BE49-F238E27FC236}">
                <a16:creationId xmlns:a16="http://schemas.microsoft.com/office/drawing/2014/main" id="{0B33E638-D0D5-4F93-BEE8-F150F2926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8" r="48719"/>
          <a:stretch/>
        </p:blipFill>
        <p:spPr bwMode="auto">
          <a:xfrm>
            <a:off x="1280652" y="2068587"/>
            <a:ext cx="2144890" cy="291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D89391-84A4-4583-A454-A15C55B55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097" y="530354"/>
            <a:ext cx="5618471" cy="1242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E4795-2CCD-4990-A64E-1958879CE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095" y="2005234"/>
            <a:ext cx="5618474" cy="175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0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F2DA-382D-4858-82D5-C35B8AF9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Models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037B1FB-D242-483C-AF98-47B749B5D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076" y="4139174"/>
            <a:ext cx="3375879" cy="156688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3B98D0-863A-46B3-AB50-18D566D6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076" y="1825626"/>
            <a:ext cx="3084871" cy="2178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774CA-D67E-421A-ABA5-FCD60B537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3821581" cy="3589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1A4D27-D0F2-494F-942F-78479B2C2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242" y="1825624"/>
            <a:ext cx="3821581" cy="9724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EFF1E8-8FD6-4ED9-995B-ABB37280F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242" y="2871963"/>
            <a:ext cx="3821581" cy="9855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403308-4609-4880-9A87-9DF355C06B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250" y="4139174"/>
            <a:ext cx="3704040" cy="147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4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9DCB-792D-41C2-95D5-2FC9C00F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 Draw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09AD-ED6D-4743-A3E1-4498B0E16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92246-6233-484F-8A16-0B763BE0D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" t="1241"/>
          <a:stretch/>
        </p:blipFill>
        <p:spPr>
          <a:xfrm>
            <a:off x="737420" y="1203467"/>
            <a:ext cx="7736398" cy="551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9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CE1F-B0EE-4AF6-B627-540B16B8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 Draw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40B65-632D-4D06-87C1-3B2794489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CBE78-E3B7-45D6-8E64-2CC3DCC6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3056"/>
            <a:ext cx="7875147" cy="56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0AAC-7F3E-48DB-8CFD-1D8FA513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Tech Draw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A74D-649A-4A84-AAD3-A4F3ADD5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C6060-AFC0-4F6E-94D1-34EC1EEA8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2015"/>
            <a:ext cx="7409222" cy="54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2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5C2F-0CE2-4A58-A3F2-12B80839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4B4AF-B2D3-484A-92E1-75FDD65F2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6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The Virtual Comb</vt:lpstr>
      <vt:lpstr>The Sketches</vt:lpstr>
      <vt:lpstr>The Models</vt:lpstr>
      <vt:lpstr>Tech Draw 1</vt:lpstr>
      <vt:lpstr>Tech Draw 2</vt:lpstr>
      <vt:lpstr>Tech Draw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Virtual Comb</dc:title>
  <dc:creator>Matthew North</dc:creator>
  <cp:lastModifiedBy>Matthew North</cp:lastModifiedBy>
  <cp:revision>8</cp:revision>
  <dcterms:created xsi:type="dcterms:W3CDTF">2022-04-22T21:33:22Z</dcterms:created>
  <dcterms:modified xsi:type="dcterms:W3CDTF">2022-04-22T22:17:09Z</dcterms:modified>
</cp:coreProperties>
</file>